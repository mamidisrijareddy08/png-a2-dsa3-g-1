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Gelasio" panose="020B0604020202020204" charset="0"/>
      <p:regular r:id="rId15"/>
    </p:embeddedFont>
    <p:embeddedFont>
      <p:font typeface="Gelasio Bold" panose="020B0604020202020204" charset="0"/>
      <p:regular r:id="rId16"/>
    </p:embeddedFont>
    <p:embeddedFont>
      <p:font typeface="Gelasio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15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5570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SMART FOOD DELIVERY ROUTE OPTIMIZATION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054275"/>
            <a:ext cx="4722763" cy="2133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Project Review – 2  |  DSA-3 Implementation  |  B.Tech CSE  |  Academic Year 2026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Members: Srija Reddy - 2510030276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                  Navyasri - 2510030256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                   Sindhuja - 2510030195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                   Pyata Anirudh - 2510030140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                   Sai kiran - 2510030068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Supervisor - Malgireddy Saidireddy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993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DSA-3 Concepts Used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1041946"/>
            <a:ext cx="1917725" cy="1136377"/>
          </a:xfrm>
          <a:prstGeom prst="roundRect">
            <a:avLst>
              <a:gd name="adj" fmla="val 1550"/>
            </a:avLst>
          </a:prstGeom>
          <a:solidFill>
            <a:srgbClr val="EEE8DD"/>
          </a:solidFill>
          <a:ln/>
        </p:spPr>
      </p:sp>
      <p:sp>
        <p:nvSpPr>
          <p:cNvPr id="4" name="Shape 2"/>
          <p:cNvSpPr/>
          <p:nvPr/>
        </p:nvSpPr>
        <p:spPr>
          <a:xfrm>
            <a:off x="613470" y="1159297"/>
            <a:ext cx="352202" cy="352202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357" y="1256109"/>
            <a:ext cx="158428" cy="1584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3470" y="1608683"/>
            <a:ext cx="168302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3470" y="1889299"/>
            <a:ext cx="168302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Restaurant Name Search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1028" y="1041946"/>
            <a:ext cx="1917799" cy="1136377"/>
          </a:xfrm>
          <a:prstGeom prst="roundRect">
            <a:avLst>
              <a:gd name="adj" fmla="val 1550"/>
            </a:avLst>
          </a:pr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2628379" y="1159297"/>
            <a:ext cx="352202" cy="352202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5266" y="1256109"/>
            <a:ext cx="158428" cy="1584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8379" y="1608683"/>
            <a:ext cx="168309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Rabin-Karp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628379" y="1889299"/>
            <a:ext cx="16830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Menu Item Search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6119" y="2275508"/>
            <a:ext cx="1917725" cy="1491481"/>
          </a:xfrm>
          <a:prstGeom prst="roundRect">
            <a:avLst>
              <a:gd name="adj" fmla="val 1181"/>
            </a:avLst>
          </a:prstGeom>
          <a:solidFill>
            <a:srgbClr val="EEE8DD"/>
          </a:solidFill>
          <a:ln/>
        </p:spPr>
      </p:sp>
      <p:sp>
        <p:nvSpPr>
          <p:cNvPr id="14" name="Shape 10"/>
          <p:cNvSpPr/>
          <p:nvPr/>
        </p:nvSpPr>
        <p:spPr>
          <a:xfrm>
            <a:off x="613470" y="2392859"/>
            <a:ext cx="352202" cy="352202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357" y="2489671"/>
            <a:ext cx="158428" cy="1584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3470" y="2842245"/>
            <a:ext cx="168302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Randomized Algorithm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13470" y="3306291"/>
            <a:ext cx="168302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 Order Selection During Peak Hours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511028" y="2275508"/>
            <a:ext cx="1917799" cy="1491481"/>
          </a:xfrm>
          <a:prstGeom prst="roundRect">
            <a:avLst>
              <a:gd name="adj" fmla="val 1181"/>
            </a:avLst>
          </a:prstGeom>
          <a:solidFill>
            <a:srgbClr val="EEE8DD"/>
          </a:solidFill>
          <a:ln/>
        </p:spPr>
      </p:sp>
      <p:sp>
        <p:nvSpPr>
          <p:cNvPr id="19" name="Shape 14"/>
          <p:cNvSpPr/>
          <p:nvPr/>
        </p:nvSpPr>
        <p:spPr>
          <a:xfrm>
            <a:off x="2628379" y="2392859"/>
            <a:ext cx="352202" cy="352202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5266" y="2489671"/>
            <a:ext cx="158428" cy="1584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28379" y="2842245"/>
            <a:ext cx="1683097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Dynamic Programming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2628379" y="3306291"/>
            <a:ext cx="16830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Multiple Delivery Sequence Optimization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719935" y="1029816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End-to-End Integration Flow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719935" y="1322561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19935" y="1507778"/>
            <a:ext cx="3932709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6" name="Text 20"/>
          <p:cNvSpPr/>
          <p:nvPr/>
        </p:nvSpPr>
        <p:spPr>
          <a:xfrm>
            <a:off x="4719935" y="159499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719935" y="1963638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19935" y="2148855"/>
            <a:ext cx="3932709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9" name="Text 23"/>
          <p:cNvSpPr/>
          <p:nvPr/>
        </p:nvSpPr>
        <p:spPr>
          <a:xfrm>
            <a:off x="4719935" y="2236068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Restaurant / Menu Search → KMP / Rabin-Karp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719935" y="2604715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719935" y="2789932"/>
            <a:ext cx="3932709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32" name="Text 26"/>
          <p:cNvSpPr/>
          <p:nvPr/>
        </p:nvSpPr>
        <p:spPr>
          <a:xfrm>
            <a:off x="4719935" y="2877145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Order Selection → Randomized Algorithm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719935" y="3245793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719935" y="3431009"/>
            <a:ext cx="3932709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35" name="Text 29"/>
          <p:cNvSpPr/>
          <p:nvPr/>
        </p:nvSpPr>
        <p:spPr>
          <a:xfrm>
            <a:off x="4719935" y="3518222"/>
            <a:ext cx="393270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Delivery Sequence Optimization → Dynamic Programming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719935" y="4070300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719935" y="4255517"/>
            <a:ext cx="3932709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38" name="Text 32"/>
          <p:cNvSpPr/>
          <p:nvPr/>
        </p:nvSpPr>
        <p:spPr>
          <a:xfrm>
            <a:off x="4719935" y="4342730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Shortest Path → Graph + Dijkstra → Final Route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47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KMP – Restaurant Name Search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443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58491"/>
            <a:ext cx="815176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enters a restaurant name or partial name.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KMP searches the restaurant list using the LPS (Longest Prefix Suffix) array to avoid unnecessary comparisons.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Once matched, the restaurant's location is selected for the order.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797522"/>
            <a:ext cx="8151763" cy="1034876"/>
          </a:xfrm>
          <a:prstGeom prst="roundRect">
            <a:avLst>
              <a:gd name="adj" fmla="val 2055"/>
            </a:avLst>
          </a:prstGeom>
          <a:solidFill>
            <a:srgbClr val="ECE6D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998291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974702"/>
            <a:ext cx="7549307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Input → Output Example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List: Dominos, Paradise, Pizza Hut, Burger King, KFC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Input: </a:t>
            </a:r>
            <a:r>
              <a:rPr lang="en-US" sz="110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Pizza</a:t>
            </a: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→ Output: </a:t>
            </a: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Pizza Hut → Match Found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99186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0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Rabin-Karp – Menu Item 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66044"/>
            <a:ext cx="51926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Rolling-Hash Flow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81932"/>
            <a:ext cx="5192688" cy="19485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1759" y="3282002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Matching Menu Items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704698" y="3282002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Hash Comparison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23001" y="3282002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Slide Text Window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741305" y="3206564"/>
            <a:ext cx="783212" cy="452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Compute Pattern Hash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8150" y="3282002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Search Pattern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6119" y="3952503"/>
            <a:ext cx="564988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96136" y="1096194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96136" y="1398538"/>
            <a:ext cx="2656433" cy="1192113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After selecting a restaurant, the customer searches the menu.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Rabin-Karp uses hashing to efficiently search menu items.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matching menu items are displayed to the customer.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96136" y="2712690"/>
            <a:ext cx="2656433" cy="1568946"/>
          </a:xfrm>
          <a:prstGeom prst="roundRect">
            <a:avLst>
              <a:gd name="adj" fmla="val 1186"/>
            </a:avLst>
          </a:prstGeom>
          <a:solidFill>
            <a:srgbClr val="ECE6D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110" y="2872234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99088" y="2841278"/>
            <a:ext cx="2129507" cy="1311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Input → Output Example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Menu: Chicken Biryani, Veg Biryani, Paneer Biryani, Chicken Burger, Veg Pizza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Input: </a:t>
            </a:r>
            <a:r>
              <a:rPr lang="en-US" sz="95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Biryani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Output: </a:t>
            </a:r>
            <a:r>
              <a:rPr lang="en-US" sz="9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Chicken Biryani; Veg Biryani; Paneer Biryani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996136" y="4403675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Randomized Algorithm – Order Selection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18973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552947"/>
            <a:ext cx="5177582" cy="1282750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During peak hours, many orders may arrive simultaneously.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randomly selects an initial subset of orders for processing.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selected orders are passed to the route optimization module.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Randomization provides an initial selection and does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not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guarantee the globally optimal route.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2995166"/>
            <a:ext cx="5177582" cy="1233190"/>
          </a:xfrm>
          <a:prstGeom prst="roundRect">
            <a:avLst>
              <a:gd name="adj" fmla="val 1724"/>
            </a:avLst>
          </a:prstGeom>
          <a:solidFill>
            <a:srgbClr val="ECE6D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20069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5685" y="3158133"/>
            <a:ext cx="45751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Input → Output Example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Pending Orders: Order 1 … Order 100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Randomized Selection: </a:t>
            </a: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Order 7, Order 21, Order 45, Order 63, Order 89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74988" y="4387825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69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Dynamic Programming – Multiple Delivery Sequence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08484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10829"/>
            <a:ext cx="2656433" cy="1602135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One delivery executive may carry multiple orders.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DP stores intermediate route costs and reuses previously calculated states.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</a:t>
            </a: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bitmask DP</a:t>
            </a: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approach represents visited locations and current position.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Objective: find the </a:t>
            </a: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minimum-distance delivery sequence</a:t>
            </a: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3221459"/>
            <a:ext cx="26564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Possible Sequences (Restaurant → Customers)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717652"/>
            <a:ext cx="31136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59882" y="1235720"/>
            <a:ext cx="51926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Bitmask DP State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223" y="1551608"/>
            <a:ext cx="3876005" cy="23004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5986" y="3225643"/>
            <a:ext cx="963492" cy="371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Best Sequence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01721" y="3318445"/>
            <a:ext cx="963493" cy="18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DP State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67658" y="3225643"/>
            <a:ext cx="963493" cy="371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Visited + Current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96119" y="4123358"/>
            <a:ext cx="1956569" cy="470371"/>
          </a:xfrm>
          <a:prstGeom prst="roundRect">
            <a:avLst>
              <a:gd name="adj" fmla="val 3956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380" y="4261619"/>
            <a:ext cx="16800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 → B → C → 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1183" y="4123358"/>
            <a:ext cx="1956569" cy="470371"/>
          </a:xfrm>
          <a:prstGeom prst="roundRect">
            <a:avLst>
              <a:gd name="adj" fmla="val 3956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99445" y="4261619"/>
            <a:ext cx="16800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 → C → B → 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26248" y="4123358"/>
            <a:ext cx="1956569" cy="470371"/>
          </a:xfrm>
          <a:prstGeom prst="roundRect">
            <a:avLst>
              <a:gd name="adj" fmla="val 3956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4509" y="4261619"/>
            <a:ext cx="16800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 → A → C → 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91312" y="4123358"/>
            <a:ext cx="1956569" cy="470371"/>
          </a:xfrm>
          <a:prstGeom prst="roundRect">
            <a:avLst>
              <a:gd name="adj" fmla="val 3956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9574" y="4261619"/>
            <a:ext cx="16800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… and more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21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Integrated DSA-3 Workflow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13643"/>
            <a:ext cx="2717229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671" y="1223367"/>
            <a:ext cx="254012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84671" y="1394966"/>
            <a:ext cx="2540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Restaurant Search → Restaurant Found</a:t>
            </a:r>
            <a:endParaRPr lang="en-US" sz="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813643"/>
            <a:ext cx="2717229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1901" y="1223367"/>
            <a:ext cx="254012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Rabin-Karp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3301901" y="1394966"/>
            <a:ext cx="2540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Menu Search → Items Matched</a:t>
            </a:r>
            <a:endParaRPr lang="en-US" sz="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813643"/>
            <a:ext cx="2717229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19130" y="1223367"/>
            <a:ext cx="254012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Randomized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019130" y="1394966"/>
            <a:ext cx="2540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Order Selection → Subset Chosen</a:t>
            </a:r>
            <a:endParaRPr lang="en-US" sz="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1598712"/>
            <a:ext cx="2717229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4671" y="2008436"/>
            <a:ext cx="254012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DP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584671" y="2180034"/>
            <a:ext cx="2540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Delivery Sequence → Minimum Cost Path</a:t>
            </a:r>
            <a:endParaRPr lang="en-US" sz="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1598712"/>
            <a:ext cx="2717229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01901" y="2008436"/>
            <a:ext cx="254012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Dijkstra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3301901" y="2180034"/>
            <a:ext cx="2540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Shortest Path → Final Route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496119" y="2466826"/>
            <a:ext cx="8151763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Java Console-Style Execution Demo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96119" y="2688282"/>
            <a:ext cx="8151763" cy="1736452"/>
          </a:xfrm>
          <a:prstGeom prst="roundRect">
            <a:avLst>
              <a:gd name="adj" fmla="val 765"/>
            </a:avLst>
          </a:prstGeom>
          <a:solidFill>
            <a:srgbClr val="ECE9E3"/>
          </a:solidFill>
          <a:ln/>
        </p:spPr>
      </p:sp>
      <p:sp>
        <p:nvSpPr>
          <p:cNvPr id="20" name="Text 13"/>
          <p:cNvSpPr/>
          <p:nvPr/>
        </p:nvSpPr>
        <p:spPr>
          <a:xfrm>
            <a:off x="602382" y="2776835"/>
            <a:ext cx="7939236" cy="155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restaurant: Pizza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KMP: Restaurant Found → Pizza Hut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menu item: Biryani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Rabin-Karp: Chicken Biryani  Veg Biryani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 Orders: Order 7  Order 2  Order 9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Programming: Minimum Delivery Sequence Found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Dijkstra: Final Shortest Route → Restaurant → Customer → Customer</a:t>
            </a:r>
            <a:endParaRPr lang="en-US" sz="650" dirty="0"/>
          </a:p>
        </p:txBody>
      </p:sp>
      <p:sp>
        <p:nvSpPr>
          <p:cNvPr id="21" name="Text 14"/>
          <p:cNvSpPr/>
          <p:nvPr/>
        </p:nvSpPr>
        <p:spPr>
          <a:xfrm>
            <a:off x="496119" y="4487019"/>
            <a:ext cx="815176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KMP and Rabin-Karp perform search; Randomized Algorithm selects an initial order subset; Dynamic Programming optimizes the delivery sequence; Graph + Dijkstra calculates shortest paths between locations.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229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Implementation Summary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89509"/>
            <a:ext cx="1894582" cy="8326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336700"/>
            <a:ext cx="15430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0460" y="1668959"/>
            <a:ext cx="154305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Restaurant Search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270" y="1189509"/>
            <a:ext cx="1894656" cy="8326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19611" y="1336700"/>
            <a:ext cx="15431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Rabin-Karp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719611" y="1668959"/>
            <a:ext cx="154312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Menu Search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46697"/>
            <a:ext cx="1894582" cy="12462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460" y="2293888"/>
            <a:ext cx="154305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Randomized Algorithm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0460" y="2833836"/>
            <a:ext cx="154305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 Order Selection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270" y="2146697"/>
            <a:ext cx="1894656" cy="12462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19611" y="2293888"/>
            <a:ext cx="1543124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2719611" y="2833836"/>
            <a:ext cx="154312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Delivery Sequence Optimization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517553"/>
            <a:ext cx="1894582" cy="10385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460" y="3664744"/>
            <a:ext cx="15430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Graph + Dijkstra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00460" y="3997003"/>
            <a:ext cx="154305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Shortest Route Calculation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738836" y="1173956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738836" y="1506215"/>
            <a:ext cx="391380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DSA-3 algorithms are integrated as functional modules of the Smart Food Delivery system. Each algorithm performs a specific task, and their outputs are passed to the next stage to create an optimized delivery workflow.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738836" y="2454697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738836" y="2786955"/>
            <a:ext cx="3913808" cy="954732"/>
          </a:xfrm>
          <a:prstGeom prst="rect">
            <a:avLst/>
          </a:prstGeom>
          <a:noFill/>
          <a:ln/>
        </p:spPr>
        <p:txBody>
          <a:bodyPr wrap="square" lIns="0" tIns="53163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restaurant database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GPS and traffic integration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Larger order datasets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route optimization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938192" y="4006379"/>
            <a:ext cx="371445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738836" y="3881810"/>
            <a:ext cx="14288" cy="456828"/>
          </a:xfrm>
          <a:prstGeom prst="roundRect">
            <a:avLst>
              <a:gd name="adj" fmla="val 49998"/>
            </a:avLst>
          </a:prstGeom>
          <a:solidFill>
            <a:srgbClr val="D3C5B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Consolas</vt:lpstr>
      <vt:lpstr>Gelasio Bold</vt:lpstr>
      <vt:lpstr>Gelasio</vt:lpstr>
      <vt:lpstr>Gelasio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Mamidi srija reddy</dc:creator>
  <cp:lastModifiedBy>Mamidi Srija reddy</cp:lastModifiedBy>
  <cp:revision>1</cp:revision>
  <dcterms:created xsi:type="dcterms:W3CDTF">2026-08-18T14:37:56Z</dcterms:created>
  <dcterms:modified xsi:type="dcterms:W3CDTF">2026-10-07T06:20:16Z</dcterms:modified>
</cp:coreProperties>
</file>